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5"/>
  </p:sldMasterIdLst>
  <p:notesMasterIdLst>
    <p:notesMasterId r:id="rId7"/>
  </p:notesMasterIdLst>
  <p:sldIdLst>
    <p:sldId id="264" r:id="rId6"/>
  </p:sldIdLst>
  <p:sldSz cx="14749463" cy="11061700"/>
  <p:notesSz cx="7912100" cy="11061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8672" userDrawn="1">
          <p15:clr>
            <a:srgbClr val="A4A3A4"/>
          </p15:clr>
        </p15:guide>
        <p15:guide id="4" pos="44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rélien Momeux" initials="AM" lastIdx="1" clrIdx="0">
    <p:extLst>
      <p:ext uri="{19B8F6BF-5375-455C-9EA6-DF929625EA0E}">
        <p15:presenceInfo xmlns:p15="http://schemas.microsoft.com/office/powerpoint/2012/main" userId="S::a.momeux@cdes.eu::49fa23b3-0edd-450c-b9dd-29784ee678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536"/>
    <a:srgbClr val="4E4E4E"/>
    <a:srgbClr val="FFC228"/>
    <a:srgbClr val="A2C614"/>
    <a:srgbClr val="030F40"/>
    <a:srgbClr val="77B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4EA99-0FE7-4259-8039-B0061607FACB}" v="139" dt="2026-01-15T19:37:29.4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7994" autoAdjust="0"/>
    <p:restoredTop sz="94681"/>
  </p:normalViewPr>
  <p:slideViewPr>
    <p:cSldViewPr>
      <p:cViewPr varScale="1">
        <p:scale>
          <a:sx n="50" d="100"/>
          <a:sy n="50" d="100"/>
        </p:scale>
        <p:origin x="1781" y="38"/>
      </p:cViewPr>
      <p:guideLst>
        <p:guide orient="horz" pos="2880"/>
        <p:guide pos="619"/>
        <p:guide pos="8672"/>
        <p:guide pos="446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3240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Hervelin" userId="0b201a00-c428-4857-b97a-50752e076674" providerId="ADAL" clId="{3C91E6AF-9F77-493F-A483-272A7C56FBEB}"/>
    <pc:docChg chg="undo custSel modSld modMainMaster">
      <pc:chgData name="Justin Hervelin" userId="0b201a00-c428-4857-b97a-50752e076674" providerId="ADAL" clId="{3C91E6AF-9F77-493F-A483-272A7C56FBEB}" dt="2026-01-15T19:43:08.640" v="2726" actId="1035"/>
      <pc:docMkLst>
        <pc:docMk/>
      </pc:docMkLst>
      <pc:sldChg chg="addSp delSp modSp mod">
        <pc:chgData name="Justin Hervelin" userId="0b201a00-c428-4857-b97a-50752e076674" providerId="ADAL" clId="{3C91E6AF-9F77-493F-A483-272A7C56FBEB}" dt="2026-01-15T19:37:55.598" v="2725" actId="1076"/>
        <pc:sldMkLst>
          <pc:docMk/>
          <pc:sldMk cId="1341851315" sldId="264"/>
        </pc:sldMkLst>
        <pc:spChg chg="del mod">
          <ac:chgData name="Justin Hervelin" userId="0b201a00-c428-4857-b97a-50752e076674" providerId="ADAL" clId="{3C91E6AF-9F77-493F-A483-272A7C56FBEB}" dt="2026-01-15T19:12:00.532" v="2267" actId="478"/>
          <ac:spMkLst>
            <pc:docMk/>
            <pc:sldMk cId="1341851315" sldId="264"/>
            <ac:spMk id="3" creationId="{D601556F-A6F4-F54D-ED84-42C512904CA4}"/>
          </ac:spMkLst>
        </pc:spChg>
        <pc:spChg chg="mod">
          <ac:chgData name="Justin Hervelin" userId="0b201a00-c428-4857-b97a-50752e076674" providerId="ADAL" clId="{3C91E6AF-9F77-493F-A483-272A7C56FBEB}" dt="2026-01-15T19:37:55.598" v="2725" actId="1076"/>
          <ac:spMkLst>
            <pc:docMk/>
            <pc:sldMk cId="1341851315" sldId="264"/>
            <ac:spMk id="5" creationId="{471BAC69-2EE4-B3E9-A6E2-D29EDB458C12}"/>
          </ac:spMkLst>
        </pc:spChg>
        <pc:spChg chg="mod">
          <ac:chgData name="Justin Hervelin" userId="0b201a00-c428-4857-b97a-50752e076674" providerId="ADAL" clId="{3C91E6AF-9F77-493F-A483-272A7C56FBEB}" dt="2026-01-15T19:19:40.353" v="2491" actId="2711"/>
          <ac:spMkLst>
            <pc:docMk/>
            <pc:sldMk cId="1341851315" sldId="264"/>
            <ac:spMk id="7" creationId="{F6BE9A1D-B7EE-73E9-3023-C9EF7CFD6036}"/>
          </ac:spMkLst>
        </pc:spChg>
        <pc:spChg chg="mod">
          <ac:chgData name="Justin Hervelin" userId="0b201a00-c428-4857-b97a-50752e076674" providerId="ADAL" clId="{3C91E6AF-9F77-493F-A483-272A7C56FBEB}" dt="2026-01-15T19:19:48.549" v="2493" actId="14100"/>
          <ac:spMkLst>
            <pc:docMk/>
            <pc:sldMk cId="1341851315" sldId="264"/>
            <ac:spMk id="10" creationId="{86E6BC8F-3FC7-1CE1-0FD5-932F74598471}"/>
          </ac:spMkLst>
        </pc:spChg>
        <pc:spChg chg="mod">
          <ac:chgData name="Justin Hervelin" userId="0b201a00-c428-4857-b97a-50752e076674" providerId="ADAL" clId="{3C91E6AF-9F77-493F-A483-272A7C56FBEB}" dt="2026-01-15T18:59:19.980" v="1922" actId="14100"/>
          <ac:spMkLst>
            <pc:docMk/>
            <pc:sldMk cId="1341851315" sldId="264"/>
            <ac:spMk id="13" creationId="{6B831C48-ADC5-FB4A-A1D9-05C7E2F06A02}"/>
          </ac:spMkLst>
        </pc:spChg>
        <pc:spChg chg="del">
          <ac:chgData name="Justin Hervelin" userId="0b201a00-c428-4857-b97a-50752e076674" providerId="ADAL" clId="{3C91E6AF-9F77-493F-A483-272A7C56FBEB}" dt="2026-01-15T18:43:02.609" v="1609" actId="478"/>
          <ac:spMkLst>
            <pc:docMk/>
            <pc:sldMk cId="1341851315" sldId="264"/>
            <ac:spMk id="17" creationId="{92272319-8507-9846-AD0F-56D1F9973810}"/>
          </ac:spMkLst>
        </pc:spChg>
        <pc:spChg chg="del mod">
          <ac:chgData name="Justin Hervelin" userId="0b201a00-c428-4857-b97a-50752e076674" providerId="ADAL" clId="{3C91E6AF-9F77-493F-A483-272A7C56FBEB}" dt="2026-01-15T19:14:25.106" v="2347" actId="478"/>
          <ac:spMkLst>
            <pc:docMk/>
            <pc:sldMk cId="1341851315" sldId="264"/>
            <ac:spMk id="20" creationId="{7C043CD7-4D6C-E102-0799-B70BEC166BF8}"/>
          </ac:spMkLst>
        </pc:spChg>
        <pc:spChg chg="mod">
          <ac:chgData name="Justin Hervelin" userId="0b201a00-c428-4857-b97a-50752e076674" providerId="ADAL" clId="{3C91E6AF-9F77-493F-A483-272A7C56FBEB}" dt="2026-01-15T19:25:54.348" v="2701" actId="1076"/>
          <ac:spMkLst>
            <pc:docMk/>
            <pc:sldMk cId="1341851315" sldId="264"/>
            <ac:spMk id="21" creationId="{D742B139-AF93-C2BE-9E80-837CE556448B}"/>
          </ac:spMkLst>
        </pc:spChg>
        <pc:spChg chg="add">
          <ac:chgData name="Justin Hervelin" userId="0b201a00-c428-4857-b97a-50752e076674" providerId="ADAL" clId="{3C91E6AF-9F77-493F-A483-272A7C56FBEB}" dt="2026-01-15T18:54:48.900" v="1857"/>
          <ac:spMkLst>
            <pc:docMk/>
            <pc:sldMk cId="1341851315" sldId="264"/>
            <ac:spMk id="22" creationId="{05513ADE-B319-8B00-22E9-2B98E349BA51}"/>
          </ac:spMkLst>
        </pc:spChg>
        <pc:spChg chg="mod">
          <ac:chgData name="Justin Hervelin" userId="0b201a00-c428-4857-b97a-50752e076674" providerId="ADAL" clId="{3C91E6AF-9F77-493F-A483-272A7C56FBEB}" dt="2026-01-15T19:22:06.587" v="2594" actId="14100"/>
          <ac:spMkLst>
            <pc:docMk/>
            <pc:sldMk cId="1341851315" sldId="264"/>
            <ac:spMk id="24" creationId="{7CA398A0-9833-9EDC-780F-7104DEE8F430}"/>
          </ac:spMkLst>
        </pc:spChg>
        <pc:spChg chg="del">
          <ac:chgData name="Justin Hervelin" userId="0b201a00-c428-4857-b97a-50752e076674" providerId="ADAL" clId="{3C91E6AF-9F77-493F-A483-272A7C56FBEB}" dt="2026-01-15T19:20:34.982" v="2569" actId="478"/>
          <ac:spMkLst>
            <pc:docMk/>
            <pc:sldMk cId="1341851315" sldId="264"/>
            <ac:spMk id="27" creationId="{B67FBA13-79F9-0934-C34D-FC0FC93DA673}"/>
          </ac:spMkLst>
        </pc:spChg>
        <pc:spChg chg="del mod">
          <ac:chgData name="Justin Hervelin" userId="0b201a00-c428-4857-b97a-50752e076674" providerId="ADAL" clId="{3C91E6AF-9F77-493F-A483-272A7C56FBEB}" dt="2026-01-15T19:14:23.038" v="2346" actId="478"/>
          <ac:spMkLst>
            <pc:docMk/>
            <pc:sldMk cId="1341851315" sldId="264"/>
            <ac:spMk id="28" creationId="{8A19CEB6-2647-A8FC-EF95-71308C6FFF7A}"/>
          </ac:spMkLst>
        </pc:spChg>
        <pc:spChg chg="del">
          <ac:chgData name="Justin Hervelin" userId="0b201a00-c428-4857-b97a-50752e076674" providerId="ADAL" clId="{3C91E6AF-9F77-493F-A483-272A7C56FBEB}" dt="2026-01-15T19:14:26.990" v="2348" actId="478"/>
          <ac:spMkLst>
            <pc:docMk/>
            <pc:sldMk cId="1341851315" sldId="264"/>
            <ac:spMk id="29" creationId="{07B84934-4A4F-19F6-B6DD-B9679AE9E9FF}"/>
          </ac:spMkLst>
        </pc:spChg>
        <pc:spChg chg="del">
          <ac:chgData name="Justin Hervelin" userId="0b201a00-c428-4857-b97a-50752e076674" providerId="ADAL" clId="{3C91E6AF-9F77-493F-A483-272A7C56FBEB}" dt="2026-01-15T19:14:28.707" v="2349" actId="478"/>
          <ac:spMkLst>
            <pc:docMk/>
            <pc:sldMk cId="1341851315" sldId="264"/>
            <ac:spMk id="31" creationId="{B8BB0A03-F705-D73E-817C-9433D24EA0C5}"/>
          </ac:spMkLst>
        </pc:spChg>
        <pc:spChg chg="mod">
          <ac:chgData name="Justin Hervelin" userId="0b201a00-c428-4857-b97a-50752e076674" providerId="ADAL" clId="{3C91E6AF-9F77-493F-A483-272A7C56FBEB}" dt="2026-01-15T19:22:00.715" v="2593" actId="1076"/>
          <ac:spMkLst>
            <pc:docMk/>
            <pc:sldMk cId="1341851315" sldId="264"/>
            <ac:spMk id="35" creationId="{32D6EDB3-2F04-7FCB-58B3-36B4CA57EC99}"/>
          </ac:spMkLst>
        </pc:spChg>
        <pc:spChg chg="add mod">
          <ac:chgData name="Justin Hervelin" userId="0b201a00-c428-4857-b97a-50752e076674" providerId="ADAL" clId="{3C91E6AF-9F77-493F-A483-272A7C56FBEB}" dt="2026-01-15T19:10:29.861" v="2260" actId="14100"/>
          <ac:spMkLst>
            <pc:docMk/>
            <pc:sldMk cId="1341851315" sldId="264"/>
            <ac:spMk id="36" creationId="{3C0D3021-212D-36A8-7D0F-1E0AE128EF53}"/>
          </ac:spMkLst>
        </pc:spChg>
        <pc:spChg chg="add mod">
          <ac:chgData name="Justin Hervelin" userId="0b201a00-c428-4857-b97a-50752e076674" providerId="ADAL" clId="{3C91E6AF-9F77-493F-A483-272A7C56FBEB}" dt="2026-01-15T19:17:01.034" v="2424" actId="1076"/>
          <ac:spMkLst>
            <pc:docMk/>
            <pc:sldMk cId="1341851315" sldId="264"/>
            <ac:spMk id="39" creationId="{A373C467-D068-BFCA-01FB-995504401277}"/>
          </ac:spMkLst>
        </pc:spChg>
        <pc:spChg chg="add mod">
          <ac:chgData name="Justin Hervelin" userId="0b201a00-c428-4857-b97a-50752e076674" providerId="ADAL" clId="{3C91E6AF-9F77-493F-A483-272A7C56FBEB}" dt="2026-01-15T19:24:21.836" v="2627" actId="14100"/>
          <ac:spMkLst>
            <pc:docMk/>
            <pc:sldMk cId="1341851315" sldId="264"/>
            <ac:spMk id="40" creationId="{0102184A-1C9F-6F64-9E3D-DF80163D6D73}"/>
          </ac:spMkLst>
        </pc:spChg>
        <pc:spChg chg="add del mod">
          <ac:chgData name="Justin Hervelin" userId="0b201a00-c428-4857-b97a-50752e076674" providerId="ADAL" clId="{3C91E6AF-9F77-493F-A483-272A7C56FBEB}" dt="2026-01-15T19:21:27.513" v="2588" actId="478"/>
          <ac:spMkLst>
            <pc:docMk/>
            <pc:sldMk cId="1341851315" sldId="264"/>
            <ac:spMk id="41" creationId="{2BB9AE9A-46E4-C616-EB43-61A7EB956DC2}"/>
          </ac:spMkLst>
        </pc:spChg>
        <pc:spChg chg="mod ord">
          <ac:chgData name="Justin Hervelin" userId="0b201a00-c428-4857-b97a-50752e076674" providerId="ADAL" clId="{3C91E6AF-9F77-493F-A483-272A7C56FBEB}" dt="2026-01-15T19:22:43.545" v="2608" actId="1035"/>
          <ac:spMkLst>
            <pc:docMk/>
            <pc:sldMk cId="1341851315" sldId="264"/>
            <ac:spMk id="42" creationId="{D312359D-BA7C-4F7F-A67E-495A0B041AD6}"/>
          </ac:spMkLst>
        </pc:spChg>
        <pc:spChg chg="add mod">
          <ac:chgData name="Justin Hervelin" userId="0b201a00-c428-4857-b97a-50752e076674" providerId="ADAL" clId="{3C91E6AF-9F77-493F-A483-272A7C56FBEB}" dt="2026-01-15T19:25:48.620" v="2699" actId="14100"/>
          <ac:spMkLst>
            <pc:docMk/>
            <pc:sldMk cId="1341851315" sldId="264"/>
            <ac:spMk id="44" creationId="{296CF346-D9C7-3A4D-4293-43D94E7438FA}"/>
          </ac:spMkLst>
        </pc:spChg>
        <pc:spChg chg="add del mod">
          <ac:chgData name="Justin Hervelin" userId="0b201a00-c428-4857-b97a-50752e076674" providerId="ADAL" clId="{3C91E6AF-9F77-493F-A483-272A7C56FBEB}" dt="2026-01-15T19:21:29.661" v="2589" actId="478"/>
          <ac:spMkLst>
            <pc:docMk/>
            <pc:sldMk cId="1341851315" sldId="264"/>
            <ac:spMk id="45" creationId="{1DCD9F50-E694-0411-CB4E-6C8963DDEB76}"/>
          </ac:spMkLst>
        </pc:spChg>
        <pc:spChg chg="add mod">
          <ac:chgData name="Justin Hervelin" userId="0b201a00-c428-4857-b97a-50752e076674" providerId="ADAL" clId="{3C91E6AF-9F77-493F-A483-272A7C56FBEB}" dt="2026-01-15T19:25:42.391" v="2698" actId="1582"/>
          <ac:spMkLst>
            <pc:docMk/>
            <pc:sldMk cId="1341851315" sldId="264"/>
            <ac:spMk id="50" creationId="{55FC01EB-CE98-C6AF-52A8-37AEC5D5B1F8}"/>
          </ac:spMkLst>
        </pc:spChg>
        <pc:grpChg chg="mod">
          <ac:chgData name="Justin Hervelin" userId="0b201a00-c428-4857-b97a-50752e076674" providerId="ADAL" clId="{3C91E6AF-9F77-493F-A483-272A7C56FBEB}" dt="2026-01-15T19:15:48.289" v="2399" actId="14100"/>
          <ac:grpSpMkLst>
            <pc:docMk/>
            <pc:sldMk cId="1341851315" sldId="264"/>
            <ac:grpSpMk id="4" creationId="{7F6A3F6E-64B0-C05A-C6E9-89A49B71985D}"/>
          </ac:grpSpMkLst>
        </pc:grpChg>
        <pc:grpChg chg="mod">
          <ac:chgData name="Justin Hervelin" userId="0b201a00-c428-4857-b97a-50752e076674" providerId="ADAL" clId="{3C91E6AF-9F77-493F-A483-272A7C56FBEB}" dt="2026-01-15T19:25:52.320" v="2700" actId="1076"/>
          <ac:grpSpMkLst>
            <pc:docMk/>
            <pc:sldMk cId="1341851315" sldId="264"/>
            <ac:grpSpMk id="8" creationId="{9DAA16E4-DDE0-EF8A-15F9-3CA0B5BAAA6C}"/>
          </ac:grpSpMkLst>
        </pc:grpChg>
        <pc:grpChg chg="add mod">
          <ac:chgData name="Justin Hervelin" userId="0b201a00-c428-4857-b97a-50752e076674" providerId="ADAL" clId="{3C91E6AF-9F77-493F-A483-272A7C56FBEB}" dt="2026-01-15T19:22:00.715" v="2593" actId="1076"/>
          <ac:grpSpMkLst>
            <pc:docMk/>
            <pc:sldMk cId="1341851315" sldId="264"/>
            <ac:grpSpMk id="33" creationId="{6716A244-D39F-0D37-BBB6-39FB8D2CE780}"/>
          </ac:grpSpMkLst>
        </pc:grpChg>
        <pc:picChg chg="add del mod">
          <ac:chgData name="Justin Hervelin" userId="0b201a00-c428-4857-b97a-50752e076674" providerId="ADAL" clId="{3C91E6AF-9F77-493F-A483-272A7C56FBEB}" dt="2026-01-15T18:47:00.957" v="1642" actId="478"/>
          <ac:picMkLst>
            <pc:docMk/>
            <pc:sldMk cId="1341851315" sldId="264"/>
            <ac:picMk id="9" creationId="{A731FB65-E335-55BB-5D3E-7A5E88152AC9}"/>
          </ac:picMkLst>
        </pc:picChg>
        <pc:picChg chg="del">
          <ac:chgData name="Justin Hervelin" userId="0b201a00-c428-4857-b97a-50752e076674" providerId="ADAL" clId="{3C91E6AF-9F77-493F-A483-272A7C56FBEB}" dt="2026-01-15T19:07:33.834" v="2201" actId="478"/>
          <ac:picMkLst>
            <pc:docMk/>
            <pc:sldMk cId="1341851315" sldId="264"/>
            <ac:picMk id="18" creationId="{C57AD8E8-8B6D-3A39-6C30-4B5FD4F28E16}"/>
          </ac:picMkLst>
        </pc:picChg>
        <pc:picChg chg="add del mod modCrop">
          <ac:chgData name="Justin Hervelin" userId="0b201a00-c428-4857-b97a-50752e076674" providerId="ADAL" clId="{3C91E6AF-9F77-493F-A483-272A7C56FBEB}" dt="2026-01-15T19:09:08.994" v="2237" actId="478"/>
          <ac:picMkLst>
            <pc:docMk/>
            <pc:sldMk cId="1341851315" sldId="264"/>
            <ac:picMk id="25" creationId="{00AA94F2-6588-85E3-2DA4-859A80A6C333}"/>
          </ac:picMkLst>
        </pc:picChg>
        <pc:picChg chg="add mod modCrop">
          <ac:chgData name="Justin Hervelin" userId="0b201a00-c428-4857-b97a-50752e076674" providerId="ADAL" clId="{3C91E6AF-9F77-493F-A483-272A7C56FBEB}" dt="2026-01-15T19:16:50.780" v="2421" actId="1076"/>
          <ac:picMkLst>
            <pc:docMk/>
            <pc:sldMk cId="1341851315" sldId="264"/>
            <ac:picMk id="30" creationId="{585BAE4B-E183-60D0-ABF4-199D406C6BF8}"/>
          </ac:picMkLst>
        </pc:picChg>
        <pc:picChg chg="add mod modCrop">
          <ac:chgData name="Justin Hervelin" userId="0b201a00-c428-4857-b97a-50752e076674" providerId="ADAL" clId="{3C91E6AF-9F77-493F-A483-272A7C56FBEB}" dt="2026-01-15T19:22:00.715" v="2593" actId="1076"/>
          <ac:picMkLst>
            <pc:docMk/>
            <pc:sldMk cId="1341851315" sldId="264"/>
            <ac:picMk id="32" creationId="{C4A8199E-1469-D187-050F-4B8BF52D30A4}"/>
          </ac:picMkLst>
        </pc:picChg>
        <pc:picChg chg="mod">
          <ac:chgData name="Justin Hervelin" userId="0b201a00-c428-4857-b97a-50752e076674" providerId="ADAL" clId="{3C91E6AF-9F77-493F-A483-272A7C56FBEB}" dt="2026-01-15T19:22:00.715" v="2593" actId="1076"/>
          <ac:picMkLst>
            <pc:docMk/>
            <pc:sldMk cId="1341851315" sldId="264"/>
            <ac:picMk id="34" creationId="{7F8EE025-7EC0-6F2C-3E78-EC40FF50DBA6}"/>
          </ac:picMkLst>
        </pc:picChg>
        <pc:picChg chg="add mod modCrop">
          <ac:chgData name="Justin Hervelin" userId="0b201a00-c428-4857-b97a-50752e076674" providerId="ADAL" clId="{3C91E6AF-9F77-493F-A483-272A7C56FBEB}" dt="2026-01-15T19:22:51.670" v="2610" actId="1037"/>
          <ac:picMkLst>
            <pc:docMk/>
            <pc:sldMk cId="1341851315" sldId="264"/>
            <ac:picMk id="38" creationId="{2AEC5E90-B901-B341-B7C2-DD69249A7F06}"/>
          </ac:picMkLst>
        </pc:picChg>
        <pc:picChg chg="mod">
          <ac:chgData name="Justin Hervelin" userId="0b201a00-c428-4857-b97a-50752e076674" providerId="ADAL" clId="{3C91E6AF-9F77-493F-A483-272A7C56FBEB}" dt="2026-01-15T19:22:40.837" v="2607" actId="14100"/>
          <ac:picMkLst>
            <pc:docMk/>
            <pc:sldMk cId="1341851315" sldId="264"/>
            <ac:picMk id="43" creationId="{DFEB46B3-4AE5-CD4E-BDA8-3DC99B2CF625}"/>
          </ac:picMkLst>
        </pc:picChg>
        <pc:picChg chg="add del mod">
          <ac:chgData name="Justin Hervelin" userId="0b201a00-c428-4857-b97a-50752e076674" providerId="ADAL" clId="{3C91E6AF-9F77-493F-A483-272A7C56FBEB}" dt="2026-01-15T19:24:24.342" v="2628" actId="478"/>
          <ac:picMkLst>
            <pc:docMk/>
            <pc:sldMk cId="1341851315" sldId="264"/>
            <ac:picMk id="47" creationId="{4AAF2DCE-99F1-6458-7C85-E495CF609A9B}"/>
          </ac:picMkLst>
        </pc:picChg>
        <pc:picChg chg="add mod">
          <ac:chgData name="Justin Hervelin" userId="0b201a00-c428-4857-b97a-50752e076674" providerId="ADAL" clId="{3C91E6AF-9F77-493F-A483-272A7C56FBEB}" dt="2026-01-15T19:24:56.820" v="2632" actId="962"/>
          <ac:picMkLst>
            <pc:docMk/>
            <pc:sldMk cId="1341851315" sldId="264"/>
            <ac:picMk id="49" creationId="{D65C0BE1-94E3-59A9-E893-BB3BF1DF95D2}"/>
          </ac:picMkLst>
        </pc:picChg>
        <pc:picChg chg="del mod">
          <ac:chgData name="Justin Hervelin" userId="0b201a00-c428-4857-b97a-50752e076674" providerId="ADAL" clId="{3C91E6AF-9F77-493F-A483-272A7C56FBEB}" dt="2026-01-15T19:17:36.657" v="2428" actId="478"/>
          <ac:picMkLst>
            <pc:docMk/>
            <pc:sldMk cId="1341851315" sldId="264"/>
            <ac:picMk id="1028" creationId="{BCE95E92-D4C0-C969-9AB1-05A90AA0161F}"/>
          </ac:picMkLst>
        </pc:picChg>
        <pc:cxnChg chg="add del mod">
          <ac:chgData name="Justin Hervelin" userId="0b201a00-c428-4857-b97a-50752e076674" providerId="ADAL" clId="{3C91E6AF-9F77-493F-A483-272A7C56FBEB}" dt="2026-01-15T18:49:14.171" v="1694" actId="478"/>
          <ac:cxnSpMkLst>
            <pc:docMk/>
            <pc:sldMk cId="1341851315" sldId="264"/>
            <ac:cxnSpMk id="14" creationId="{3E1BDE60-6717-BF3F-1C6B-0031BF5BD0BB}"/>
          </ac:cxnSpMkLst>
        </pc:cxnChg>
        <pc:cxnChg chg="add del mod">
          <ac:chgData name="Justin Hervelin" userId="0b201a00-c428-4857-b97a-50752e076674" providerId="ADAL" clId="{3C91E6AF-9F77-493F-A483-272A7C56FBEB}" dt="2026-01-15T18:49:15.609" v="1695" actId="478"/>
          <ac:cxnSpMkLst>
            <pc:docMk/>
            <pc:sldMk cId="1341851315" sldId="264"/>
            <ac:cxnSpMk id="15" creationId="{5BC76D69-FA56-44B2-2A73-36F3F7D2AFFB}"/>
          </ac:cxnSpMkLst>
        </pc:cxnChg>
      </pc:sldChg>
      <pc:sldMasterChg chg="modSldLayout">
        <pc:chgData name="Justin Hervelin" userId="0b201a00-c428-4857-b97a-50752e076674" providerId="ADAL" clId="{3C91E6AF-9F77-493F-A483-272A7C56FBEB}" dt="2026-01-15T19:43:08.640" v="2726" actId="1035"/>
        <pc:sldMasterMkLst>
          <pc:docMk/>
          <pc:sldMasterMk cId="3683523099" sldId="2147483834"/>
        </pc:sldMasterMkLst>
        <pc:sldLayoutChg chg="addSp delSp modSp mod">
          <pc:chgData name="Justin Hervelin" userId="0b201a00-c428-4857-b97a-50752e076674" providerId="ADAL" clId="{3C91E6AF-9F77-493F-A483-272A7C56FBEB}" dt="2026-01-15T19:43:08.640" v="2726" actId="1035"/>
          <pc:sldLayoutMkLst>
            <pc:docMk/>
            <pc:sldMasterMk cId="3683523099" sldId="2147483834"/>
            <pc:sldLayoutMk cId="821285377" sldId="2147483846"/>
          </pc:sldLayoutMkLst>
          <pc:spChg chg="add mod">
            <ac:chgData name="Justin Hervelin" userId="0b201a00-c428-4857-b97a-50752e076674" providerId="ADAL" clId="{3C91E6AF-9F77-493F-A483-272A7C56FBEB}" dt="2026-01-15T18:46:43.680" v="1641" actId="20577"/>
            <ac:spMkLst>
              <pc:docMk/>
              <pc:sldMasterMk cId="3683523099" sldId="2147483834"/>
              <pc:sldLayoutMk cId="821285377" sldId="2147483846"/>
              <ac:spMk id="3" creationId="{9D982B0B-95A8-0B59-8811-BF15FDD191E0}"/>
            </ac:spMkLst>
          </pc:spChg>
          <pc:spChg chg="mod">
            <ac:chgData name="Justin Hervelin" userId="0b201a00-c428-4857-b97a-50752e076674" providerId="ADAL" clId="{3C91E6AF-9F77-493F-A483-272A7C56FBEB}" dt="2026-01-15T19:43:08.640" v="2726" actId="1035"/>
            <ac:spMkLst>
              <pc:docMk/>
              <pc:sldMasterMk cId="3683523099" sldId="2147483834"/>
              <pc:sldLayoutMk cId="821285377" sldId="2147483846"/>
              <ac:spMk id="6" creationId="{633FA982-B03F-4C8B-8DF0-B48E45C225A8}"/>
            </ac:spMkLst>
          </pc:spChg>
          <pc:graphicFrameChg chg="add del mod">
            <ac:chgData name="Justin Hervelin" userId="0b201a00-c428-4857-b97a-50752e076674" providerId="ADAL" clId="{3C91E6AF-9F77-493F-A483-272A7C56FBEB}" dt="2026-01-15T18:37:02.928" v="1530" actId="478"/>
            <ac:graphicFrameMkLst>
              <pc:docMk/>
              <pc:sldMasterMk cId="3683523099" sldId="2147483834"/>
              <pc:sldLayoutMk cId="821285377" sldId="2147483846"/>
              <ac:graphicFrameMk id="5" creationId="{07363540-1787-6EC1-BC0A-7D75EE14DE92}"/>
            </ac:graphicFrameMkLst>
          </pc:graphicFrameChg>
          <pc:picChg chg="mod">
            <ac:chgData name="Justin Hervelin" userId="0b201a00-c428-4857-b97a-50752e076674" providerId="ADAL" clId="{3C91E6AF-9F77-493F-A483-272A7C56FBEB}" dt="2026-01-15T19:37:12.312" v="2719" actId="14100"/>
            <ac:picMkLst>
              <pc:docMk/>
              <pc:sldMasterMk cId="3683523099" sldId="2147483834"/>
              <pc:sldLayoutMk cId="821285377" sldId="2147483846"/>
              <ac:picMk id="2" creationId="{375A1D67-EAB3-BB97-5956-FD527C8E6608}"/>
            </ac:picMkLst>
          </pc:picChg>
          <pc:picChg chg="add del mod">
            <ac:chgData name="Justin Hervelin" userId="0b201a00-c428-4857-b97a-50752e076674" providerId="ADAL" clId="{3C91E6AF-9F77-493F-A483-272A7C56FBEB}" dt="2026-01-15T19:37:13.101" v="2721" actId="478"/>
            <ac:picMkLst>
              <pc:docMk/>
              <pc:sldMasterMk cId="3683523099" sldId="2147483834"/>
              <pc:sldLayoutMk cId="821285377" sldId="2147483846"/>
              <ac:picMk id="4" creationId="{5F55A2AB-015A-41FE-B3D7-C1D13C2980A1}"/>
            </ac:picMkLst>
          </pc:picChg>
          <pc:picChg chg="add mod">
            <ac:chgData name="Justin Hervelin" userId="0b201a00-c428-4857-b97a-50752e076674" providerId="ADAL" clId="{3C91E6AF-9F77-493F-A483-272A7C56FBEB}" dt="2026-01-15T19:37:29.466" v="2722" actId="1037"/>
            <ac:picMkLst>
              <pc:docMk/>
              <pc:sldMasterMk cId="3683523099" sldId="2147483834"/>
              <pc:sldLayoutMk cId="821285377" sldId="2147483846"/>
              <ac:picMk id="7" creationId="{7AD38954-015B-2C76-997C-6DCED5CCFD1A}"/>
            </ac:picMkLst>
          </pc:picChg>
          <pc:picChg chg="del mod">
            <ac:chgData name="Justin Hervelin" userId="0b201a00-c428-4857-b97a-50752e076674" providerId="ADAL" clId="{3C91E6AF-9F77-493F-A483-272A7C56FBEB}" dt="2026-01-15T18:39:00.256" v="1552" actId="478"/>
            <ac:picMkLst>
              <pc:docMk/>
              <pc:sldMasterMk cId="3683523099" sldId="2147483834"/>
              <pc:sldLayoutMk cId="821285377" sldId="2147483846"/>
              <ac:picMk id="10" creationId="{F213975F-1791-A9F4-40C2-CB74CFA73BA1}"/>
            </ac:picMkLst>
          </pc:picChg>
          <pc:picChg chg="add mod">
            <ac:chgData name="Justin Hervelin" userId="0b201a00-c428-4857-b97a-50752e076674" providerId="ADAL" clId="{3C91E6AF-9F77-493F-A483-272A7C56FBEB}" dt="2026-01-15T19:37:11.921" v="2718" actId="1076"/>
            <ac:picMkLst>
              <pc:docMk/>
              <pc:sldMasterMk cId="3683523099" sldId="2147483834"/>
              <pc:sldLayoutMk cId="821285377" sldId="2147483846"/>
              <ac:picMk id="13" creationId="{63307B4F-1CEE-7F5C-5797-3FAB5BF71FDB}"/>
            </ac:picMkLst>
          </pc:picChg>
          <pc:picChg chg="add del mod">
            <ac:chgData name="Justin Hervelin" userId="0b201a00-c428-4857-b97a-50752e076674" providerId="ADAL" clId="{3C91E6AF-9F77-493F-A483-272A7C56FBEB}" dt="2026-01-15T19:37:12.720" v="2720" actId="478"/>
            <ac:picMkLst>
              <pc:docMk/>
              <pc:sldMasterMk cId="3683523099" sldId="2147483834"/>
              <pc:sldLayoutMk cId="821285377" sldId="2147483846"/>
              <ac:picMk id="1026" creationId="{B283435F-744C-B030-46D9-EA5BB4097761}"/>
            </ac:picMkLst>
          </pc:picChg>
          <pc:cxnChg chg="add mod">
            <ac:chgData name="Justin Hervelin" userId="0b201a00-c428-4857-b97a-50752e076674" providerId="ADAL" clId="{3C91E6AF-9F77-493F-A483-272A7C56FBEB}" dt="2026-01-15T18:45:02.750" v="1633" actId="1076"/>
            <ac:cxnSpMkLst>
              <pc:docMk/>
              <pc:sldMasterMk cId="3683523099" sldId="2147483834"/>
              <pc:sldLayoutMk cId="821285377" sldId="2147483846"/>
              <ac:cxnSpMk id="9" creationId="{454B553B-644F-7215-F6E0-0850AE8EE5F0}"/>
            </ac:cxnSpMkLst>
          </pc:cxnChg>
          <pc:cxnChg chg="add mod">
            <ac:chgData name="Justin Hervelin" userId="0b201a00-c428-4857-b97a-50752e076674" providerId="ADAL" clId="{3C91E6AF-9F77-493F-A483-272A7C56FBEB}" dt="2026-01-15T18:49:10.865" v="1693"/>
            <ac:cxnSpMkLst>
              <pc:docMk/>
              <pc:sldMasterMk cId="3683523099" sldId="2147483834"/>
              <pc:sldLayoutMk cId="821285377" sldId="2147483846"/>
              <ac:cxnSpMk id="14" creationId="{D2B8C712-82E6-C131-AF64-56A4780BEF98}"/>
            </ac:cxnSpMkLst>
          </pc:cxnChg>
          <pc:cxnChg chg="add mod">
            <ac:chgData name="Justin Hervelin" userId="0b201a00-c428-4857-b97a-50752e076674" providerId="ADAL" clId="{3C91E6AF-9F77-493F-A483-272A7C56FBEB}" dt="2026-01-15T18:49:10.865" v="1693"/>
            <ac:cxnSpMkLst>
              <pc:docMk/>
              <pc:sldMasterMk cId="3683523099" sldId="2147483834"/>
              <pc:sldLayoutMk cId="821285377" sldId="2147483846"/>
              <ac:cxnSpMk id="15" creationId="{0CB5302D-45E2-4C9F-3322-27B481D7000D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429000" cy="554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481513" y="0"/>
            <a:ext cx="3429000" cy="554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99A3D-7FBA-854C-BC39-A78C81C856EC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66850" y="1382713"/>
            <a:ext cx="4978400" cy="3733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90575" y="5322888"/>
            <a:ext cx="6330950" cy="435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507663"/>
            <a:ext cx="3429000" cy="554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481513" y="10507663"/>
            <a:ext cx="3429000" cy="554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57CC5-C00A-EE4F-B03C-C8A65043C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57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466850" y="1382713"/>
            <a:ext cx="4978400" cy="37338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57CC5-C00A-EE4F-B03C-C8A65043C3A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83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6210" y="1810330"/>
            <a:ext cx="12537044" cy="3851110"/>
          </a:xfrm>
        </p:spPr>
        <p:txBody>
          <a:bodyPr anchor="b"/>
          <a:lstStyle>
            <a:lvl1pPr algn="ctr">
              <a:defRPr sz="96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3683" y="5809954"/>
            <a:ext cx="11062097" cy="2670683"/>
          </a:xfrm>
        </p:spPr>
        <p:txBody>
          <a:bodyPr/>
          <a:lstStyle>
            <a:lvl1pPr marL="0" indent="0" algn="ctr">
              <a:buNone/>
              <a:defRPr sz="3871"/>
            </a:lvl1pPr>
            <a:lvl2pPr marL="737464" indent="0" algn="ctr">
              <a:buNone/>
              <a:defRPr sz="3226"/>
            </a:lvl2pPr>
            <a:lvl3pPr marL="1474927" indent="0" algn="ctr">
              <a:buNone/>
              <a:defRPr sz="2903"/>
            </a:lvl3pPr>
            <a:lvl4pPr marL="2212391" indent="0" algn="ctr">
              <a:buNone/>
              <a:defRPr sz="2581"/>
            </a:lvl4pPr>
            <a:lvl5pPr marL="2949854" indent="0" algn="ctr">
              <a:buNone/>
              <a:defRPr sz="2581"/>
            </a:lvl5pPr>
            <a:lvl6pPr marL="3687318" indent="0" algn="ctr">
              <a:buNone/>
              <a:defRPr sz="2581"/>
            </a:lvl6pPr>
            <a:lvl7pPr marL="4424782" indent="0" algn="ctr">
              <a:buNone/>
              <a:defRPr sz="2581"/>
            </a:lvl7pPr>
            <a:lvl8pPr marL="5162245" indent="0" algn="ctr">
              <a:buNone/>
              <a:defRPr sz="2581"/>
            </a:lvl8pPr>
            <a:lvl9pPr marL="5899709" indent="0" algn="ctr">
              <a:buNone/>
              <a:defRPr sz="258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8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8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344" y="2757747"/>
            <a:ext cx="12721412" cy="4601359"/>
          </a:xfrm>
        </p:spPr>
        <p:txBody>
          <a:bodyPr anchor="b"/>
          <a:lstStyle>
            <a:lvl1pPr>
              <a:defRPr sz="96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344" y="7402636"/>
            <a:ext cx="12721412" cy="2419746"/>
          </a:xfrm>
        </p:spPr>
        <p:txBody>
          <a:bodyPr/>
          <a:lstStyle>
            <a:lvl1pPr marL="0" indent="0">
              <a:buNone/>
              <a:defRPr sz="3871">
                <a:solidFill>
                  <a:schemeClr val="tx1"/>
                </a:solidFill>
              </a:defRPr>
            </a:lvl1pPr>
            <a:lvl2pPr marL="737464" indent="0">
              <a:buNone/>
              <a:defRPr sz="3226">
                <a:solidFill>
                  <a:schemeClr val="tx1">
                    <a:tint val="75000"/>
                  </a:schemeClr>
                </a:solidFill>
              </a:defRPr>
            </a:lvl2pPr>
            <a:lvl3pPr marL="1474927" indent="0">
              <a:buNone/>
              <a:defRPr sz="2903">
                <a:solidFill>
                  <a:schemeClr val="tx1">
                    <a:tint val="75000"/>
                  </a:schemeClr>
                </a:solidFill>
              </a:defRPr>
            </a:lvl3pPr>
            <a:lvl4pPr marL="2212391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4pPr>
            <a:lvl5pPr marL="2949854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5pPr>
            <a:lvl6pPr marL="3687318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6pPr>
            <a:lvl7pPr marL="4424782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7pPr>
            <a:lvl8pPr marL="5162245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8pPr>
            <a:lvl9pPr marL="5899709" indent="0">
              <a:buNone/>
              <a:defRPr sz="25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98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025" y="2944666"/>
            <a:ext cx="6268522" cy="701854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6916" y="2944666"/>
            <a:ext cx="6268522" cy="701854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86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47" y="588936"/>
            <a:ext cx="12721412" cy="21380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948" y="2711653"/>
            <a:ext cx="6239713" cy="1328940"/>
          </a:xfrm>
        </p:spPr>
        <p:txBody>
          <a:bodyPr anchor="b"/>
          <a:lstStyle>
            <a:lvl1pPr marL="0" indent="0">
              <a:buNone/>
              <a:defRPr sz="3871" b="1"/>
            </a:lvl1pPr>
            <a:lvl2pPr marL="737464" indent="0">
              <a:buNone/>
              <a:defRPr sz="3226" b="1"/>
            </a:lvl2pPr>
            <a:lvl3pPr marL="1474927" indent="0">
              <a:buNone/>
              <a:defRPr sz="2903" b="1"/>
            </a:lvl3pPr>
            <a:lvl4pPr marL="2212391" indent="0">
              <a:buNone/>
              <a:defRPr sz="2581" b="1"/>
            </a:lvl4pPr>
            <a:lvl5pPr marL="2949854" indent="0">
              <a:buNone/>
              <a:defRPr sz="2581" b="1"/>
            </a:lvl5pPr>
            <a:lvl6pPr marL="3687318" indent="0">
              <a:buNone/>
              <a:defRPr sz="2581" b="1"/>
            </a:lvl6pPr>
            <a:lvl7pPr marL="4424782" indent="0">
              <a:buNone/>
              <a:defRPr sz="2581" b="1"/>
            </a:lvl7pPr>
            <a:lvl8pPr marL="5162245" indent="0">
              <a:buNone/>
              <a:defRPr sz="2581" b="1"/>
            </a:lvl8pPr>
            <a:lvl9pPr marL="5899709" indent="0">
              <a:buNone/>
              <a:defRPr sz="258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5948" y="4040593"/>
            <a:ext cx="6239713" cy="59431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6916" y="2711653"/>
            <a:ext cx="6270443" cy="1328940"/>
          </a:xfrm>
        </p:spPr>
        <p:txBody>
          <a:bodyPr anchor="b"/>
          <a:lstStyle>
            <a:lvl1pPr marL="0" indent="0">
              <a:buNone/>
              <a:defRPr sz="3871" b="1"/>
            </a:lvl1pPr>
            <a:lvl2pPr marL="737464" indent="0">
              <a:buNone/>
              <a:defRPr sz="3226" b="1"/>
            </a:lvl2pPr>
            <a:lvl3pPr marL="1474927" indent="0">
              <a:buNone/>
              <a:defRPr sz="2903" b="1"/>
            </a:lvl3pPr>
            <a:lvl4pPr marL="2212391" indent="0">
              <a:buNone/>
              <a:defRPr sz="2581" b="1"/>
            </a:lvl4pPr>
            <a:lvl5pPr marL="2949854" indent="0">
              <a:buNone/>
              <a:defRPr sz="2581" b="1"/>
            </a:lvl5pPr>
            <a:lvl6pPr marL="3687318" indent="0">
              <a:buNone/>
              <a:defRPr sz="2581" b="1"/>
            </a:lvl6pPr>
            <a:lvl7pPr marL="4424782" indent="0">
              <a:buNone/>
              <a:defRPr sz="2581" b="1"/>
            </a:lvl7pPr>
            <a:lvl8pPr marL="5162245" indent="0">
              <a:buNone/>
              <a:defRPr sz="2581" b="1"/>
            </a:lvl8pPr>
            <a:lvl9pPr marL="5899709" indent="0">
              <a:buNone/>
              <a:defRPr sz="258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6916" y="4040593"/>
            <a:ext cx="6270443" cy="59431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6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7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47" y="737447"/>
            <a:ext cx="4757086" cy="2581063"/>
          </a:xfrm>
        </p:spPr>
        <p:txBody>
          <a:bodyPr anchor="b"/>
          <a:lstStyle>
            <a:lvl1pPr>
              <a:defRPr sz="51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443" y="1592682"/>
            <a:ext cx="7466916" cy="7860977"/>
          </a:xfrm>
        </p:spPr>
        <p:txBody>
          <a:bodyPr/>
          <a:lstStyle>
            <a:lvl1pPr>
              <a:defRPr sz="5162"/>
            </a:lvl1pPr>
            <a:lvl2pPr>
              <a:defRPr sz="4516"/>
            </a:lvl2pPr>
            <a:lvl3pPr>
              <a:defRPr sz="3871"/>
            </a:lvl3pPr>
            <a:lvl4pPr>
              <a:defRPr sz="3226"/>
            </a:lvl4pPr>
            <a:lvl5pPr>
              <a:defRPr sz="3226"/>
            </a:lvl5pPr>
            <a:lvl6pPr>
              <a:defRPr sz="3226"/>
            </a:lvl6pPr>
            <a:lvl7pPr>
              <a:defRPr sz="3226"/>
            </a:lvl7pPr>
            <a:lvl8pPr>
              <a:defRPr sz="3226"/>
            </a:lvl8pPr>
            <a:lvl9pPr>
              <a:defRPr sz="322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947" y="3318510"/>
            <a:ext cx="4757086" cy="6147950"/>
          </a:xfrm>
        </p:spPr>
        <p:txBody>
          <a:bodyPr/>
          <a:lstStyle>
            <a:lvl1pPr marL="0" indent="0">
              <a:buNone/>
              <a:defRPr sz="2581"/>
            </a:lvl1pPr>
            <a:lvl2pPr marL="737464" indent="0">
              <a:buNone/>
              <a:defRPr sz="2258"/>
            </a:lvl2pPr>
            <a:lvl3pPr marL="1474927" indent="0">
              <a:buNone/>
              <a:defRPr sz="1936"/>
            </a:lvl3pPr>
            <a:lvl4pPr marL="2212391" indent="0">
              <a:buNone/>
              <a:defRPr sz="1613"/>
            </a:lvl4pPr>
            <a:lvl5pPr marL="2949854" indent="0">
              <a:buNone/>
              <a:defRPr sz="1613"/>
            </a:lvl5pPr>
            <a:lvl6pPr marL="3687318" indent="0">
              <a:buNone/>
              <a:defRPr sz="1613"/>
            </a:lvl6pPr>
            <a:lvl7pPr marL="4424782" indent="0">
              <a:buNone/>
              <a:defRPr sz="1613"/>
            </a:lvl7pPr>
            <a:lvl8pPr marL="5162245" indent="0">
              <a:buNone/>
              <a:defRPr sz="1613"/>
            </a:lvl8pPr>
            <a:lvl9pPr marL="5899709" indent="0">
              <a:buNone/>
              <a:defRPr sz="16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56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47" y="737447"/>
            <a:ext cx="4757086" cy="2581063"/>
          </a:xfrm>
        </p:spPr>
        <p:txBody>
          <a:bodyPr anchor="b"/>
          <a:lstStyle>
            <a:lvl1pPr>
              <a:defRPr sz="51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0443" y="1592682"/>
            <a:ext cx="7466916" cy="7860977"/>
          </a:xfrm>
        </p:spPr>
        <p:txBody>
          <a:bodyPr anchor="t"/>
          <a:lstStyle>
            <a:lvl1pPr marL="0" indent="0">
              <a:buNone/>
              <a:defRPr sz="5162"/>
            </a:lvl1pPr>
            <a:lvl2pPr marL="737464" indent="0">
              <a:buNone/>
              <a:defRPr sz="4516"/>
            </a:lvl2pPr>
            <a:lvl3pPr marL="1474927" indent="0">
              <a:buNone/>
              <a:defRPr sz="3871"/>
            </a:lvl3pPr>
            <a:lvl4pPr marL="2212391" indent="0">
              <a:buNone/>
              <a:defRPr sz="3226"/>
            </a:lvl4pPr>
            <a:lvl5pPr marL="2949854" indent="0">
              <a:buNone/>
              <a:defRPr sz="3226"/>
            </a:lvl5pPr>
            <a:lvl6pPr marL="3687318" indent="0">
              <a:buNone/>
              <a:defRPr sz="3226"/>
            </a:lvl6pPr>
            <a:lvl7pPr marL="4424782" indent="0">
              <a:buNone/>
              <a:defRPr sz="3226"/>
            </a:lvl7pPr>
            <a:lvl8pPr marL="5162245" indent="0">
              <a:buNone/>
              <a:defRPr sz="3226"/>
            </a:lvl8pPr>
            <a:lvl9pPr marL="5899709" indent="0">
              <a:buNone/>
              <a:defRPr sz="322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947" y="3318510"/>
            <a:ext cx="4757086" cy="6147950"/>
          </a:xfrm>
        </p:spPr>
        <p:txBody>
          <a:bodyPr/>
          <a:lstStyle>
            <a:lvl1pPr marL="0" indent="0">
              <a:buNone/>
              <a:defRPr sz="2581"/>
            </a:lvl1pPr>
            <a:lvl2pPr marL="737464" indent="0">
              <a:buNone/>
              <a:defRPr sz="2258"/>
            </a:lvl2pPr>
            <a:lvl3pPr marL="1474927" indent="0">
              <a:buNone/>
              <a:defRPr sz="1936"/>
            </a:lvl3pPr>
            <a:lvl4pPr marL="2212391" indent="0">
              <a:buNone/>
              <a:defRPr sz="1613"/>
            </a:lvl4pPr>
            <a:lvl5pPr marL="2949854" indent="0">
              <a:buNone/>
              <a:defRPr sz="1613"/>
            </a:lvl5pPr>
            <a:lvl6pPr marL="3687318" indent="0">
              <a:buNone/>
              <a:defRPr sz="1613"/>
            </a:lvl6pPr>
            <a:lvl7pPr marL="4424782" indent="0">
              <a:buNone/>
              <a:defRPr sz="1613"/>
            </a:lvl7pPr>
            <a:lvl8pPr marL="5162245" indent="0">
              <a:buNone/>
              <a:defRPr sz="1613"/>
            </a:lvl8pPr>
            <a:lvl9pPr marL="5899709" indent="0">
              <a:buNone/>
              <a:defRPr sz="16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5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0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55085" y="588933"/>
            <a:ext cx="3180353" cy="93742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026" y="588933"/>
            <a:ext cx="9356691" cy="93742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22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75A1D67-EAB3-BB97-5956-FD527C8E6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6800"/>
          <a:stretch/>
        </p:blipFill>
        <p:spPr>
          <a:xfrm>
            <a:off x="-1" y="0"/>
            <a:ext cx="7725251" cy="97662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283435F-744C-B030-46D9-EA5BB409776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792054" y="1457"/>
            <a:ext cx="1846430" cy="93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F55A2AB-015A-41FE-B3D7-C1D13C298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273" y="0"/>
            <a:ext cx="7135190" cy="976624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633FA982-B03F-4C8B-8DF0-B48E45C225A8}"/>
              </a:ext>
            </a:extLst>
          </p:cNvPr>
          <p:cNvSpPr txBox="1">
            <a:spLocks/>
          </p:cNvSpPr>
          <p:nvPr userDrawn="1"/>
        </p:nvSpPr>
        <p:spPr>
          <a:xfrm>
            <a:off x="1473289" y="120650"/>
            <a:ext cx="12503922" cy="738664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6857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66" indent="0" algn="ctr" defTabSz="685734" rtl="0" eaLnBrk="1" latinLnBrk="0" hangingPunct="1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500" b="1" i="0" kern="1200">
                <a:solidFill>
                  <a:schemeClr val="accent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685734" indent="0" algn="ctr" defTabSz="685734" rtl="0" eaLnBrk="1" latinLnBrk="0" hangingPunct="1">
              <a:lnSpc>
                <a:spcPts val="1300"/>
              </a:lnSpc>
              <a:spcBef>
                <a:spcPts val="1500"/>
              </a:spcBef>
              <a:buSzPct val="115000"/>
              <a:buFontTx/>
              <a:buNone/>
              <a:tabLst/>
              <a:defRPr sz="1351" b="1" i="0" kern="1200" cap="all" baseline="0">
                <a:solidFill>
                  <a:schemeClr val="accent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3pPr>
            <a:lvl4pPr marL="1028600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71466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Clr>
                <a:schemeClr val="accent1"/>
              </a:buClr>
              <a:buSzPct val="100000"/>
              <a:buFontTx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7143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199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067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9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7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FLASH SANTÉ - SÉCURITÉ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982B0B-95A8-0B59-8811-BF15FDD191E0}"/>
              </a:ext>
            </a:extLst>
          </p:cNvPr>
          <p:cNvSpPr txBox="1">
            <a:spLocks/>
          </p:cNvSpPr>
          <p:nvPr userDrawn="1"/>
        </p:nvSpPr>
        <p:spPr>
          <a:xfrm>
            <a:off x="1822159" y="1228407"/>
            <a:ext cx="12503922" cy="492443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6857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66" indent="0" algn="ctr" defTabSz="685734" rtl="0" eaLnBrk="1" latinLnBrk="0" hangingPunct="1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500" b="1" i="0" kern="1200">
                <a:solidFill>
                  <a:schemeClr val="accent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685734" indent="0" algn="ctr" defTabSz="685734" rtl="0" eaLnBrk="1" latinLnBrk="0" hangingPunct="1">
              <a:lnSpc>
                <a:spcPts val="1300"/>
              </a:lnSpc>
              <a:spcBef>
                <a:spcPts val="1500"/>
              </a:spcBef>
              <a:buSzPct val="115000"/>
              <a:buFontTx/>
              <a:buNone/>
              <a:tabLst/>
              <a:defRPr sz="1351" b="1" i="0" kern="1200" cap="all" baseline="0">
                <a:solidFill>
                  <a:schemeClr val="accent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3pPr>
            <a:lvl4pPr marL="1028600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71466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Clr>
                <a:schemeClr val="accent1"/>
              </a:buClr>
              <a:buSzPct val="100000"/>
              <a:buFontTx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7143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199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067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9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7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{{TYPE_LABEL}}</a:t>
            </a:r>
          </a:p>
        </p:txBody>
      </p:sp>
      <p:pic>
        <p:nvPicPr>
          <p:cNvPr id="7" name="Picture 2" descr="Attention Art vectoriel, icônes et graphiques à télécharger ...">
            <a:extLst>
              <a:ext uri="{FF2B5EF4-FFF2-40B4-BE49-F238E27FC236}">
                <a16:creationId xmlns:a16="http://schemas.microsoft.com/office/drawing/2014/main" id="{7AD38954-015B-2C76-997C-6DCED5CCFD1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479" t="21508" r="21364" b="20847"/>
          <a:stretch>
            <a:fillRect/>
          </a:stretch>
        </p:blipFill>
        <p:spPr bwMode="auto">
          <a:xfrm>
            <a:off x="59531" y="198979"/>
            <a:ext cx="1600200" cy="150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54B553B-644F-7215-F6E0-0850AE8EE5F0}"/>
              </a:ext>
            </a:extLst>
          </p:cNvPr>
          <p:cNvCxnSpPr>
            <a:cxnSpLocks/>
          </p:cNvCxnSpPr>
          <p:nvPr userDrawn="1"/>
        </p:nvCxnSpPr>
        <p:spPr>
          <a:xfrm>
            <a:off x="0" y="2028178"/>
            <a:ext cx="14749463" cy="0"/>
          </a:xfrm>
          <a:prstGeom prst="line">
            <a:avLst/>
          </a:prstGeom>
          <a:ln w="57150">
            <a:solidFill>
              <a:srgbClr val="F67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 descr="Une image contenant Police, Graphique, logo, Bleu électrique&#10;&#10;Le contenu généré par l’IA peut être incorrect.">
            <a:extLst>
              <a:ext uri="{FF2B5EF4-FFF2-40B4-BE49-F238E27FC236}">
                <a16:creationId xmlns:a16="http://schemas.microsoft.com/office/drawing/2014/main" id="{63307B4F-1CEE-7F5C-5797-3FAB5BF71F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8015" y="976624"/>
            <a:ext cx="1527540" cy="976624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2B8C712-82E6-C131-AF64-56A4780BEF98}"/>
              </a:ext>
            </a:extLst>
          </p:cNvPr>
          <p:cNvCxnSpPr>
            <a:cxnSpLocks/>
          </p:cNvCxnSpPr>
          <p:nvPr userDrawn="1"/>
        </p:nvCxnSpPr>
        <p:spPr>
          <a:xfrm>
            <a:off x="7984331" y="1111250"/>
            <a:ext cx="0" cy="76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CB5302D-45E2-4C9F-3322-27B481D7000D}"/>
              </a:ext>
            </a:extLst>
          </p:cNvPr>
          <p:cNvCxnSpPr/>
          <p:nvPr userDrawn="1"/>
        </p:nvCxnSpPr>
        <p:spPr>
          <a:xfrm>
            <a:off x="12099131" y="1111250"/>
            <a:ext cx="0" cy="76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28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montagne, extérieur, nature, roche&#10;&#10;Description générée automatiquement">
            <a:extLst>
              <a:ext uri="{FF2B5EF4-FFF2-40B4-BE49-F238E27FC236}">
                <a16:creationId xmlns:a16="http://schemas.microsoft.com/office/drawing/2014/main" id="{79BE3FB6-5FBC-4990-8DBE-B366A72329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764190" cy="1890000"/>
          </a:xfrm>
          <a:prstGeom prst="rect">
            <a:avLst/>
          </a:prstGeom>
        </p:spPr>
      </p:pic>
      <p:pic>
        <p:nvPicPr>
          <p:cNvPr id="4" name="Image 3" descr="Une image contenant carré&#10;&#10;Description générée automatiquement">
            <a:extLst>
              <a:ext uri="{FF2B5EF4-FFF2-40B4-BE49-F238E27FC236}">
                <a16:creationId xmlns:a16="http://schemas.microsoft.com/office/drawing/2014/main" id="{40D541CE-6DDD-4B15-B2C1-E1B1A7539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 b="-4"/>
          <a:stretch/>
        </p:blipFill>
        <p:spPr>
          <a:xfrm>
            <a:off x="0" y="1"/>
            <a:ext cx="14764190" cy="1890151"/>
          </a:xfrm>
          <a:prstGeom prst="rect">
            <a:avLst/>
          </a:prstGeom>
        </p:spPr>
      </p:pic>
      <p:sp>
        <p:nvSpPr>
          <p:cNvPr id="5" name="Sous-titre 2">
            <a:extLst>
              <a:ext uri="{FF2B5EF4-FFF2-40B4-BE49-F238E27FC236}">
                <a16:creationId xmlns:a16="http://schemas.microsoft.com/office/drawing/2014/main" id="{DF5366C5-1C82-4F56-9F0D-16C8899926CA}"/>
              </a:ext>
            </a:extLst>
          </p:cNvPr>
          <p:cNvSpPr txBox="1">
            <a:spLocks/>
          </p:cNvSpPr>
          <p:nvPr userDrawn="1"/>
        </p:nvSpPr>
        <p:spPr>
          <a:xfrm>
            <a:off x="738209" y="324001"/>
            <a:ext cx="13766955" cy="249247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6857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66" indent="0" algn="ctr" defTabSz="685734" rtl="0" eaLnBrk="1" latinLnBrk="0" hangingPunct="1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500" b="1" i="0" kern="1200">
                <a:solidFill>
                  <a:schemeClr val="accent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685734" indent="0" algn="ctr" defTabSz="685734" rtl="0" eaLnBrk="1" latinLnBrk="0" hangingPunct="1">
              <a:lnSpc>
                <a:spcPts val="1300"/>
              </a:lnSpc>
              <a:spcBef>
                <a:spcPts val="1500"/>
              </a:spcBef>
              <a:buSzPct val="115000"/>
              <a:buFontTx/>
              <a:buNone/>
              <a:tabLst/>
              <a:defRPr sz="1351" b="1" i="0" kern="1200" cap="all" baseline="0">
                <a:solidFill>
                  <a:schemeClr val="accent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3pPr>
            <a:lvl4pPr marL="1028600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71466" indent="0" algn="ctr" defTabSz="685734" rtl="0" eaLnBrk="1" latinLnBrk="0" hangingPunct="1">
              <a:lnSpc>
                <a:spcPts val="1600"/>
              </a:lnSpc>
              <a:spcBef>
                <a:spcPts val="600"/>
              </a:spcBef>
              <a:buClr>
                <a:schemeClr val="accent1"/>
              </a:buClr>
              <a:buSzPct val="100000"/>
              <a:buFontTx/>
              <a:buNone/>
              <a:tabLst/>
              <a:defRPr sz="12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7143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199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067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933" indent="0" algn="ctr" defTabSz="685734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78345" rtl="0" eaLnBrk="1" fontAlgn="auto" latinLnBrk="0" hangingPunct="1">
              <a:lnSpc>
                <a:spcPts val="96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Flash</a:t>
            </a:r>
          </a:p>
          <a:p>
            <a:pPr marL="0" marR="0" lvl="0" indent="0" algn="l" defTabSz="1278345" rtl="0" eaLnBrk="1" fontAlgn="auto" latinLnBrk="0" hangingPunct="1">
              <a:lnSpc>
                <a:spcPts val="96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81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Santé - S</a:t>
            </a:r>
            <a:r>
              <a:rPr lang="fr-FR" sz="10812" dirty="0" err="1">
                <a:solidFill>
                  <a:srgbClr val="FFFFFF"/>
                </a:solidFill>
              </a:rPr>
              <a:t>écurité</a:t>
            </a:r>
            <a:endParaRPr kumimoji="0" lang="fr-FR" sz="10812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66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026" y="588936"/>
            <a:ext cx="12721412" cy="2138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026" y="2944666"/>
            <a:ext cx="12721412" cy="7018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026" y="10252560"/>
            <a:ext cx="3318629" cy="58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760" y="10252560"/>
            <a:ext cx="4977944" cy="58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16808" y="10252560"/>
            <a:ext cx="3318629" cy="58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2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32" r:id="rId13"/>
  </p:sldLayoutIdLst>
  <p:txStyles>
    <p:titleStyle>
      <a:lvl1pPr algn="l" defTabSz="1474927" rtl="0" eaLnBrk="1" latinLnBrk="0" hangingPunct="1">
        <a:lnSpc>
          <a:spcPct val="90000"/>
        </a:lnSpc>
        <a:spcBef>
          <a:spcPct val="0"/>
        </a:spcBef>
        <a:buNone/>
        <a:defRPr sz="70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8732" indent="-368732" algn="l" defTabSz="1474927" rtl="0" eaLnBrk="1" latinLnBrk="0" hangingPunct="1">
        <a:lnSpc>
          <a:spcPct val="90000"/>
        </a:lnSpc>
        <a:spcBef>
          <a:spcPts val="1613"/>
        </a:spcBef>
        <a:buFont typeface="Arial" panose="020B0604020202020204" pitchFamily="34" charset="0"/>
        <a:buChar char="•"/>
        <a:defRPr sz="4516" kern="1200">
          <a:solidFill>
            <a:schemeClr val="tx1"/>
          </a:solidFill>
          <a:latin typeface="+mn-lt"/>
          <a:ea typeface="+mn-ea"/>
          <a:cs typeface="+mn-cs"/>
        </a:defRPr>
      </a:lvl1pPr>
      <a:lvl2pPr marL="1106195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3871" kern="1200">
          <a:solidFill>
            <a:schemeClr val="tx1"/>
          </a:solidFill>
          <a:latin typeface="+mn-lt"/>
          <a:ea typeface="+mn-ea"/>
          <a:cs typeface="+mn-cs"/>
        </a:defRPr>
      </a:lvl2pPr>
      <a:lvl3pPr marL="1843659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3226" kern="1200">
          <a:solidFill>
            <a:schemeClr val="tx1"/>
          </a:solidFill>
          <a:latin typeface="+mn-lt"/>
          <a:ea typeface="+mn-ea"/>
          <a:cs typeface="+mn-cs"/>
        </a:defRPr>
      </a:lvl3pPr>
      <a:lvl4pPr marL="2581123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4pPr>
      <a:lvl5pPr marL="3318586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5pPr>
      <a:lvl6pPr marL="4056050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6pPr>
      <a:lvl7pPr marL="4793513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7pPr>
      <a:lvl8pPr marL="5530977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8pPr>
      <a:lvl9pPr marL="6268441" indent="-368732" algn="l" defTabSz="1474927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1pPr>
      <a:lvl2pPr marL="737464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2pPr>
      <a:lvl3pPr marL="1474927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3pPr>
      <a:lvl4pPr marL="2212391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4pPr>
      <a:lvl5pPr marL="2949854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5pPr>
      <a:lvl6pPr marL="3687318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6pPr>
      <a:lvl7pPr marL="4424782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7pPr>
      <a:lvl8pPr marL="5162245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8pPr>
      <a:lvl9pPr marL="5899709" algn="l" defTabSz="1474927" rtl="0" eaLnBrk="1" latinLnBrk="0" hangingPunct="1">
        <a:defRPr sz="2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4">
            <a:extLst>
              <a:ext uri="{FF2B5EF4-FFF2-40B4-BE49-F238E27FC236}">
                <a16:creationId xmlns:a16="http://schemas.microsoft.com/office/drawing/2014/main" id="{0102184A-1C9F-6F64-9E3D-DF80163D6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64" y="6528534"/>
            <a:ext cx="75822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i="0" u="none" strike="noStrike" cap="none" normalizeH="0" baseline="0" dirty="0">
                <a:ln>
                  <a:noFill/>
                </a:ln>
                <a:effectLst/>
              </a:rPr>
              <a:t>{{CONS1}}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{{CONS2}}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{{CONS3}}</a:t>
            </a:r>
            <a:r>
              <a:rPr lang="fr-FR" altLang="fr-FR" sz="2400" dirty="0"/>
              <a:t> </a:t>
            </a:r>
            <a:r>
              <a:rPr lang="fr-FR" altLang="fr-FR" sz="2400" dirty="0">
                <a:solidFill>
                  <a:srgbClr val="00B050"/>
                </a:solidFill>
              </a:rPr>
              <a:t>{{CONS3_NOTE}}</a:t>
            </a:r>
            <a:endParaRPr kumimoji="0" lang="fr-FR" altLang="fr-FR" sz="240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D312359D-BA7C-4F7F-A67E-495A0B041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06" y="2406650"/>
            <a:ext cx="9016226" cy="18956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576000" tIns="85230" rIns="252000" bIns="85230" numCol="1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fr-FR" sz="2800" b="1" dirty="0"/>
              <a:t>CIRCONSTANCES : </a:t>
            </a:r>
            <a:r>
              <a:rPr lang="fr-FR" sz="2800" dirty="0"/>
              <a:t>{{CIRCONSTANCES}}</a:t>
            </a:r>
            <a:endParaRPr lang="fr-FR" sz="2800" b="1" dirty="0"/>
          </a:p>
        </p:txBody>
      </p:sp>
      <p:sp>
        <p:nvSpPr>
          <p:cNvPr id="13" name="object 64">
            <a:extLst>
              <a:ext uri="{FF2B5EF4-FFF2-40B4-BE49-F238E27FC236}">
                <a16:creationId xmlns:a16="http://schemas.microsoft.com/office/drawing/2014/main" id="{6B831C48-ADC5-FB4A-A1D9-05C7E2F06A02}"/>
              </a:ext>
            </a:extLst>
          </p:cNvPr>
          <p:cNvSpPr/>
          <p:nvPr/>
        </p:nvSpPr>
        <p:spPr>
          <a:xfrm>
            <a:off x="0" y="2206844"/>
            <a:ext cx="13394531" cy="1286431"/>
          </a:xfrm>
          <a:custGeom>
            <a:avLst/>
            <a:gdLst/>
            <a:ahLst/>
            <a:cxnLst/>
            <a:rect l="l" t="t" r="r" b="b"/>
            <a:pathLst>
              <a:path w="2249995" h="3959999">
                <a:moveTo>
                  <a:pt x="0" y="3959999"/>
                </a:moveTo>
                <a:lnTo>
                  <a:pt x="2249995" y="3959999"/>
                </a:lnTo>
                <a:lnTo>
                  <a:pt x="2249995" y="0"/>
                </a:lnTo>
                <a:lnTo>
                  <a:pt x="0" y="0"/>
                </a:lnTo>
                <a:lnTo>
                  <a:pt x="0" y="3959999"/>
                </a:lnTo>
                <a:close/>
              </a:path>
            </a:pathLst>
          </a:cu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3356" dirty="0">
                <a:highlight>
                  <a:srgbClr val="FFC228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endParaRPr sz="3356" dirty="0">
              <a:highlight>
                <a:srgbClr val="FFC228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DFEB46B3-4AE5-CD4E-BDA8-3DC99B2CF6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99" y="2246285"/>
            <a:ext cx="1162338" cy="2289852"/>
          </a:xfrm>
          <a:prstGeom prst="rect">
            <a:avLst/>
          </a:prstGeom>
        </p:spPr>
      </p:pic>
      <p:sp>
        <p:nvSpPr>
          <p:cNvPr id="5" name="object 74">
            <a:extLst>
              <a:ext uri="{FF2B5EF4-FFF2-40B4-BE49-F238E27FC236}">
                <a16:creationId xmlns:a16="http://schemas.microsoft.com/office/drawing/2014/main" id="{471BAC69-2EE4-B3E9-A6E2-D29EDB458C12}"/>
              </a:ext>
            </a:extLst>
          </p:cNvPr>
          <p:cNvSpPr txBox="1"/>
          <p:nvPr/>
        </p:nvSpPr>
        <p:spPr>
          <a:xfrm>
            <a:off x="9138940" y="1207787"/>
            <a:ext cx="2018915" cy="648997"/>
          </a:xfrm>
          <a:prstGeom prst="rect">
            <a:avLst/>
          </a:prstGeom>
          <a:ln w="28575">
            <a:noFill/>
          </a:ln>
        </p:spPr>
        <p:txBody>
          <a:bodyPr vert="horz" wrap="square" lIns="108000" tIns="108000" rIns="108000" bIns="108000" rtlCol="0">
            <a:spAutoFit/>
          </a:bodyPr>
          <a:lstStyle/>
          <a:p>
            <a:pPr algn="ctr" defTabSz="1278345">
              <a:defRPr/>
            </a:pPr>
            <a:r>
              <a:rPr lang="fr-FR" sz="2800" b="1" dirty="0">
                <a:solidFill>
                  <a:srgbClr val="030F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{{DATE}}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DAA16E4-DDE0-EF8A-15F9-3CA0B5BAAA6C}"/>
              </a:ext>
            </a:extLst>
          </p:cNvPr>
          <p:cNvGrpSpPr/>
          <p:nvPr/>
        </p:nvGrpSpPr>
        <p:grpSpPr>
          <a:xfrm>
            <a:off x="466164" y="9293634"/>
            <a:ext cx="6287732" cy="523220"/>
            <a:chOff x="3959522" y="5596304"/>
            <a:chExt cx="4717241" cy="397113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6E6BC8F-3FC7-1CE1-0FD5-932F74598471}"/>
                </a:ext>
              </a:extLst>
            </p:cNvPr>
            <p:cNvSpPr txBox="1"/>
            <p:nvPr/>
          </p:nvSpPr>
          <p:spPr>
            <a:xfrm>
              <a:off x="4358833" y="5596304"/>
              <a:ext cx="4317930" cy="397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b="1" dirty="0">
                  <a:solidFill>
                    <a:schemeClr val="accent5"/>
                  </a:solidFill>
                </a:rPr>
                <a:t>ACTION DE PREVENTION A RETENIR</a:t>
              </a:r>
              <a:endParaRPr lang="fr-FR" sz="2800" b="1" dirty="0">
                <a:solidFill>
                  <a:schemeClr val="accent6"/>
                </a:solidFill>
              </a:endParaRPr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55AD9D37-D2F0-032E-20B1-8E198539E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9522" y="5596304"/>
              <a:ext cx="361343" cy="350393"/>
            </a:xfrm>
            <a:prstGeom prst="rect">
              <a:avLst/>
            </a:prstGeom>
          </p:spPr>
        </p:pic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7F6A3F6E-64B0-C05A-C6E9-89A49B71985D}"/>
              </a:ext>
            </a:extLst>
          </p:cNvPr>
          <p:cNvGrpSpPr/>
          <p:nvPr/>
        </p:nvGrpSpPr>
        <p:grpSpPr>
          <a:xfrm>
            <a:off x="8384276" y="5688214"/>
            <a:ext cx="2267055" cy="639861"/>
            <a:chOff x="3533097" y="7471815"/>
            <a:chExt cx="1216123" cy="343243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11B1544D-806E-1A88-36D3-C746135F38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33097" y="7471815"/>
              <a:ext cx="303091" cy="343243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6BE9A1D-B7EE-73E9-3023-C9EF7CFD6036}"/>
                </a:ext>
              </a:extLst>
            </p:cNvPr>
            <p:cNvSpPr txBox="1"/>
            <p:nvPr/>
          </p:nvSpPr>
          <p:spPr>
            <a:xfrm>
              <a:off x="3836188" y="7512784"/>
              <a:ext cx="913032" cy="2806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sz="2800" b="1" dirty="0">
                  <a:solidFill>
                    <a:srgbClr val="F67536"/>
                  </a:solidFill>
                  <a:cs typeface="Arial" panose="020B0604020202020204" pitchFamily="34" charset="0"/>
                </a:rPr>
                <a:t>CAUSES :</a:t>
              </a:r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D742B139-AF93-C2BE-9E80-837CE556448B}"/>
              </a:ext>
            </a:extLst>
          </p:cNvPr>
          <p:cNvSpPr txBox="1"/>
          <p:nvPr/>
        </p:nvSpPr>
        <p:spPr>
          <a:xfrm>
            <a:off x="846743" y="10070609"/>
            <a:ext cx="810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✅ {{ACTION}}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A398A0-9833-9EDC-780F-7104DEE8F430}"/>
              </a:ext>
            </a:extLst>
          </p:cNvPr>
          <p:cNvSpPr/>
          <p:nvPr/>
        </p:nvSpPr>
        <p:spPr>
          <a:xfrm>
            <a:off x="297325" y="5500222"/>
            <a:ext cx="7582291" cy="3288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 descr="Une image contenant clipart&#10;&#10;Le contenu généré par l’IA peut être incorrect.">
            <a:extLst>
              <a:ext uri="{FF2B5EF4-FFF2-40B4-BE49-F238E27FC236}">
                <a16:creationId xmlns:a16="http://schemas.microsoft.com/office/drawing/2014/main" id="{585BAE4B-E183-60D0-ABF4-199D406C6B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" t="7813" r="51041" b="24698"/>
          <a:stretch>
            <a:fillRect/>
          </a:stretch>
        </p:blipFill>
        <p:spPr>
          <a:xfrm>
            <a:off x="13116814" y="5591120"/>
            <a:ext cx="1123946" cy="1116000"/>
          </a:xfrm>
          <a:prstGeom prst="rect">
            <a:avLst/>
          </a:prstGeom>
        </p:spPr>
      </p:pic>
      <p:pic>
        <p:nvPicPr>
          <p:cNvPr id="32" name="Image 31" descr="Une image contenant clipart&#10;&#10;Le contenu généré par l’IA peut être incorrect.">
            <a:extLst>
              <a:ext uri="{FF2B5EF4-FFF2-40B4-BE49-F238E27FC236}">
                <a16:creationId xmlns:a16="http://schemas.microsoft.com/office/drawing/2014/main" id="{C4A8199E-1469-D187-050F-4B8BF52D3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9" t="7813" r="1631" b="24698"/>
          <a:stretch>
            <a:fillRect/>
          </a:stretch>
        </p:blipFill>
        <p:spPr>
          <a:xfrm>
            <a:off x="6665618" y="5590993"/>
            <a:ext cx="1133483" cy="1080000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6716A244-D39F-0D37-BBB6-39FB8D2CE780}"/>
              </a:ext>
            </a:extLst>
          </p:cNvPr>
          <p:cNvGrpSpPr/>
          <p:nvPr/>
        </p:nvGrpSpPr>
        <p:grpSpPr>
          <a:xfrm>
            <a:off x="504176" y="5666599"/>
            <a:ext cx="3668071" cy="639861"/>
            <a:chOff x="3533097" y="7471815"/>
            <a:chExt cx="1967674" cy="343243"/>
          </a:xfrm>
        </p:grpSpPr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7F8EE025-7EC0-6F2C-3E78-EC40FF50DB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33097" y="7471815"/>
              <a:ext cx="303091" cy="343243"/>
            </a:xfrm>
            <a:prstGeom prst="rect">
              <a:avLst/>
            </a:prstGeom>
          </p:spPr>
        </p:pic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32D6EDB3-2F04-7FCB-58B3-36B4CA57EC99}"/>
                </a:ext>
              </a:extLst>
            </p:cNvPr>
            <p:cNvSpPr txBox="1"/>
            <p:nvPr/>
          </p:nvSpPr>
          <p:spPr>
            <a:xfrm>
              <a:off x="3836188" y="7512784"/>
              <a:ext cx="1664583" cy="2806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sz="2800" b="1" dirty="0">
                  <a:solidFill>
                    <a:srgbClr val="F67536"/>
                  </a:solidFill>
                  <a:cs typeface="Arial" panose="020B0604020202020204" pitchFamily="34" charset="0"/>
                </a:rPr>
                <a:t>CONSEQUENCES :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C0D3021-212D-36A8-7D0F-1E0AE128EF53}"/>
              </a:ext>
            </a:extLst>
          </p:cNvPr>
          <p:cNvSpPr/>
          <p:nvPr/>
        </p:nvSpPr>
        <p:spPr>
          <a:xfrm>
            <a:off x="8155179" y="5500222"/>
            <a:ext cx="6245550" cy="3288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8" name="Image 37" descr="Une image contenant personne, Chair, doigt, ongle&#10;&#10;Le contenu généré par l’IA peut être incorrect.">
            <a:extLst>
              <a:ext uri="{FF2B5EF4-FFF2-40B4-BE49-F238E27FC236}">
                <a16:creationId xmlns:a16="http://schemas.microsoft.com/office/drawing/2014/main" id="{2AEC5E90-B901-B341-B7C2-DD69249A7F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t="42952" b="7980"/>
          <a:stretch>
            <a:fillRect/>
          </a:stretch>
        </p:blipFill>
        <p:spPr>
          <a:xfrm>
            <a:off x="9965531" y="2215690"/>
            <a:ext cx="4380599" cy="3135901"/>
          </a:xfrm>
          <a:prstGeom prst="rect">
            <a:avLst/>
          </a:prstGeom>
        </p:spPr>
      </p:pic>
      <p:sp>
        <p:nvSpPr>
          <p:cNvPr id="39" name="Rectangle 3">
            <a:extLst>
              <a:ext uri="{FF2B5EF4-FFF2-40B4-BE49-F238E27FC236}">
                <a16:creationId xmlns:a16="http://schemas.microsoft.com/office/drawing/2014/main" id="{A373C467-D068-BFCA-01FB-995504401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3423" y="6672349"/>
            <a:ext cx="60004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{{CAUSE1A}}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{{CAUSE1B}}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sz="2400" dirty="0"/>
              <a:t>{{CAUSE2}}</a:t>
            </a: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lang="fr-FR" altLang="fr-FR" sz="2400" dirty="0"/>
              <a:t/>
            </a: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6CF346-D9C7-3A4D-4293-43D94E7438FA}"/>
              </a:ext>
            </a:extLst>
          </p:cNvPr>
          <p:cNvSpPr/>
          <p:nvPr/>
        </p:nvSpPr>
        <p:spPr>
          <a:xfrm>
            <a:off x="297326" y="8988137"/>
            <a:ext cx="14103404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9" name="Image 48" descr="Une image contenant dessin humoristique, croquis, clipart, habits&#10;&#10;Le contenu généré par l’IA peut être incorrect.">
            <a:extLst>
              <a:ext uri="{FF2B5EF4-FFF2-40B4-BE49-F238E27FC236}">
                <a16:creationId xmlns:a16="http://schemas.microsoft.com/office/drawing/2014/main" id="{D65C0BE1-94E3-59A9-E893-BB3BF1DF95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096" y="9194107"/>
            <a:ext cx="1527051" cy="1527051"/>
          </a:xfrm>
          <a:prstGeom prst="rect">
            <a:avLst/>
          </a:prstGeom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55FC01EB-CE98-C6AF-52A8-37AEC5D5B1F8}"/>
              </a:ext>
            </a:extLst>
          </p:cNvPr>
          <p:cNvSpPr txBox="1"/>
          <p:nvPr/>
        </p:nvSpPr>
        <p:spPr>
          <a:xfrm>
            <a:off x="11005769" y="9265134"/>
            <a:ext cx="2673018" cy="13849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{{RQS_TITRE}}</a:t>
            </a:r>
          </a:p>
          <a:p>
            <a:pPr algn="ctr"/>
            <a:r>
              <a:rPr lang="fr-FR" sz="2800" b="1" dirty="0"/>
              <a:t>{{RQS_TXT}}</a:t>
            </a:r>
          </a:p>
        </p:txBody>
      </p:sp>
    </p:spTree>
    <p:extLst>
      <p:ext uri="{BB962C8B-B14F-4D97-AF65-F5344CB8AC3E}">
        <p14:creationId xmlns:p14="http://schemas.microsoft.com/office/powerpoint/2010/main" val="13418513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0ace10e6-8c8a-46b5-9435-807f619c65c5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EA4EC7BEA2D84EB2B559D93A261F1A" ma:contentTypeVersion="11" ma:contentTypeDescription="Create a new document." ma:contentTypeScope="" ma:versionID="010eeeeb11074d96aec2fbd1c05ee4a3">
  <xsd:schema xmlns:xsd="http://www.w3.org/2001/XMLSchema" xmlns:xs="http://www.w3.org/2001/XMLSchema" xmlns:p="http://schemas.microsoft.com/office/2006/metadata/properties" xmlns:ns2="7843ba88-2778-4573-a798-d702e4f50499" xmlns:ns3="2c6ebe51-be04-49d4-b53d-89588bd2af78" targetNamespace="http://schemas.microsoft.com/office/2006/metadata/properties" ma:root="true" ma:fieldsID="16f19145b4810e909b73aa7b47ac894d" ns2:_="" ns3:_="">
    <xsd:import namespace="7843ba88-2778-4573-a798-d702e4f50499"/>
    <xsd:import namespace="2c6ebe51-be04-49d4-b53d-89588bd2af78"/>
    <xsd:element name="properties">
      <xsd:complexType>
        <xsd:sequence>
          <xsd:element name="documentManagement">
            <xsd:complexType>
              <xsd:all>
                <xsd:element ref="ns2:MediaServiceFastMetadata" minOccurs="0"/>
                <xsd:element ref="ns2:MediaService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43ba88-2778-4573-a798-d702e4f50499" elementFormDefault="qualified">
    <xsd:import namespace="http://schemas.microsoft.com/office/2006/documentManagement/types"/>
    <xsd:import namespace="http://schemas.microsoft.com/office/infopath/2007/PartnerControls"/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ebe51-be04-49d4-b53d-89588bd2af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2E9E54-3E52-4756-B615-25022524D223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purl.org/dc/dcmitype/"/>
    <ds:schemaRef ds:uri="2c6ebe51-be04-49d4-b53d-89588bd2af78"/>
    <ds:schemaRef ds:uri="7843ba88-2778-4573-a798-d702e4f5049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6D7E3BC-6C4C-4A95-913C-684E8C06C4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C366B7-B98A-42B3-9D54-4A1913325813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900B770E-FEB5-4C54-B308-202DACC1F6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43ba88-2778-4573-a798-d702e4f50499"/>
    <ds:schemaRef ds:uri="2c6ebe51-be04-49d4-b53d-89588bd2af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4708</TotalTime>
  <Words>118</Words>
  <Application>Microsoft Office PowerPoint</Application>
  <PresentationFormat>Personnalisé</PresentationFormat>
  <Paragraphs>18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Thème Office 2013 – 2022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TRAME FLASH ACCIDENT PRESQU'ACCIDENT BONNE PRATIQUE</dc:title>
  <dc:creator>Connil, Francoise</dc:creator>
  <cp:lastModifiedBy>Justin Hervelin</cp:lastModifiedBy>
  <cp:revision>147</cp:revision>
  <dcterms:created xsi:type="dcterms:W3CDTF">2019-06-03T11:56:16Z</dcterms:created>
  <dcterms:modified xsi:type="dcterms:W3CDTF">2026-01-15T19:43:10Z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2019-05-29T00:00:00Z</vt:filetime>
  </property>
  <property fmtid="{D5CDD505-2E9C-101B-9397-08002B2CF9AE}" pid="3" name="LastSaved">
    <vt:filetime>2019-06-03T00:00:00Z</vt:filetime>
  </property>
  <property fmtid="{D5CDD505-2E9C-101B-9397-08002B2CF9AE}" pid="4" name="ContentTypeId">
    <vt:lpwstr>0x0101000FEA4EC7BEA2D84EB2B559D93A261F1A</vt:lpwstr>
  </property>
  <property fmtid="{D5CDD505-2E9C-101B-9397-08002B2CF9AE}" pid="5" name="BL">
    <vt:lpwstr>60;#RV France|00a2b47b-3dfc-43d9-9724-6e6878e1d065</vt:lpwstr>
  </property>
  <property fmtid="{D5CDD505-2E9C-101B-9397-08002B2CF9AE}" pid="6" name="c15b46a3f46e4d94ac43007000e12b2a">
    <vt:lpwstr/>
  </property>
  <property fmtid="{D5CDD505-2E9C-101B-9397-08002B2CF9AE}" pid="7" name="Métier">
    <vt:lpwstr>79;#Tous métiers confondus|d2ccfd5e-7949-488d-94d1-ce6979fbb9f2</vt:lpwstr>
  </property>
  <property fmtid="{D5CDD505-2E9C-101B-9397-08002B2CF9AE}" pid="8" name="Type de document">
    <vt:lpwstr>88;#Formulaire|a8561242-2253-48ac-85fa-6b569c09d1a3</vt:lpwstr>
  </property>
  <property fmtid="{D5CDD505-2E9C-101B-9397-08002B2CF9AE}" pid="9" name="Processus">
    <vt:lpwstr>71;#Management et Prévention des Risques|fed0ea3e-efe7-488c-8970-63117c5043ed</vt:lpwstr>
  </property>
  <property fmtid="{D5CDD505-2E9C-101B-9397-08002B2CF9AE}" pid="10" name="Type_x0020_enregistrement">
    <vt:lpwstr/>
  </property>
  <property fmtid="{D5CDD505-2E9C-101B-9397-08002B2CF9AE}" pid="11" name="Type enregistrement">
    <vt:lpwstr/>
  </property>
</Properties>
</file>